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8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D6795E-AFCE-4803-908B-36CC9F1A032E}" type="doc">
      <dgm:prSet loTypeId="urn:microsoft.com/office/officeart/2005/8/layout/StepDownProcess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7B0DC63-4570-4672-9E93-7DFA65926C00}">
      <dgm:prSet phldrT="[Text]" phldr="0"/>
      <dgm:spPr/>
      <dgm:t>
        <a:bodyPr/>
        <a:lstStyle/>
        <a:p>
          <a:r>
            <a:rPr lang="en-US" dirty="0"/>
            <a:t>DATA</a:t>
          </a:r>
          <a:endParaRPr lang="en-IN" dirty="0"/>
        </a:p>
      </dgm:t>
    </dgm:pt>
    <dgm:pt modelId="{5A987B3A-43E7-4DC1-B459-74023E20586D}" type="parTrans" cxnId="{0611E060-7380-4766-82DA-F9AF7E15A6A7}">
      <dgm:prSet/>
      <dgm:spPr/>
      <dgm:t>
        <a:bodyPr/>
        <a:lstStyle/>
        <a:p>
          <a:endParaRPr lang="en-IN"/>
        </a:p>
      </dgm:t>
    </dgm:pt>
    <dgm:pt modelId="{616F6244-A433-40FF-8839-43C2B45E5764}" type="sibTrans" cxnId="{0611E060-7380-4766-82DA-F9AF7E15A6A7}">
      <dgm:prSet/>
      <dgm:spPr/>
      <dgm:t>
        <a:bodyPr/>
        <a:lstStyle/>
        <a:p>
          <a:endParaRPr lang="en-IN"/>
        </a:p>
      </dgm:t>
    </dgm:pt>
    <dgm:pt modelId="{6E036B8B-8589-459B-B623-92083136DC83}">
      <dgm:prSet phldrT="[Text]" phldr="0"/>
      <dgm:spPr/>
      <dgm:t>
        <a:bodyPr/>
        <a:lstStyle/>
        <a:p>
          <a:r>
            <a:rPr lang="en-US" dirty="0"/>
            <a:t>CLEANING</a:t>
          </a:r>
          <a:endParaRPr lang="en-IN" dirty="0"/>
        </a:p>
      </dgm:t>
    </dgm:pt>
    <dgm:pt modelId="{F690AE76-D2A4-4CEF-BE51-D53126900C94}" type="parTrans" cxnId="{5FBFE50F-0D5C-42B6-8218-FCAE37E17523}">
      <dgm:prSet/>
      <dgm:spPr/>
      <dgm:t>
        <a:bodyPr/>
        <a:lstStyle/>
        <a:p>
          <a:endParaRPr lang="en-IN"/>
        </a:p>
      </dgm:t>
    </dgm:pt>
    <dgm:pt modelId="{CA0D22D8-3259-4281-83A8-242981949FD4}" type="sibTrans" cxnId="{5FBFE50F-0D5C-42B6-8218-FCAE37E17523}">
      <dgm:prSet/>
      <dgm:spPr/>
      <dgm:t>
        <a:bodyPr/>
        <a:lstStyle/>
        <a:p>
          <a:endParaRPr lang="en-IN"/>
        </a:p>
      </dgm:t>
    </dgm:pt>
    <dgm:pt modelId="{0AFEEFA4-56A2-4BEA-A739-F4A5DD8C9AD8}">
      <dgm:prSet phldrT="[Text]" phldr="0"/>
      <dgm:spPr/>
      <dgm:t>
        <a:bodyPr/>
        <a:lstStyle/>
        <a:p>
          <a:r>
            <a:rPr lang="en-US" dirty="0"/>
            <a:t>ANALYSIS</a:t>
          </a:r>
          <a:endParaRPr lang="en-IN" dirty="0"/>
        </a:p>
      </dgm:t>
    </dgm:pt>
    <dgm:pt modelId="{76AC1317-2300-4DEE-B0EF-8D6C40902356}" type="parTrans" cxnId="{A19F035D-7DFB-4811-8ADB-18B5C73E0C80}">
      <dgm:prSet/>
      <dgm:spPr/>
      <dgm:t>
        <a:bodyPr/>
        <a:lstStyle/>
        <a:p>
          <a:endParaRPr lang="en-IN"/>
        </a:p>
      </dgm:t>
    </dgm:pt>
    <dgm:pt modelId="{7923A6D8-A3BE-4909-B39C-8646B15CB4DD}" type="sibTrans" cxnId="{A19F035D-7DFB-4811-8ADB-18B5C73E0C80}">
      <dgm:prSet/>
      <dgm:spPr/>
      <dgm:t>
        <a:bodyPr/>
        <a:lstStyle/>
        <a:p>
          <a:endParaRPr lang="en-IN"/>
        </a:p>
      </dgm:t>
    </dgm:pt>
    <dgm:pt modelId="{0FAA1039-1713-46F5-AC2B-AE91AB2D0AC6}" type="pres">
      <dgm:prSet presAssocID="{F7D6795E-AFCE-4803-908B-36CC9F1A032E}" presName="rootnode" presStyleCnt="0">
        <dgm:presLayoutVars>
          <dgm:chMax/>
          <dgm:chPref/>
          <dgm:dir/>
          <dgm:animLvl val="lvl"/>
        </dgm:presLayoutVars>
      </dgm:prSet>
      <dgm:spPr/>
    </dgm:pt>
    <dgm:pt modelId="{6ADDBD07-3217-4CDA-A23B-5D3B0A04F608}" type="pres">
      <dgm:prSet presAssocID="{77B0DC63-4570-4672-9E93-7DFA65926C00}" presName="composite" presStyleCnt="0"/>
      <dgm:spPr/>
    </dgm:pt>
    <dgm:pt modelId="{CA9DCB11-F496-433D-9F6B-3AC838AA1BF7}" type="pres">
      <dgm:prSet presAssocID="{77B0DC63-4570-4672-9E93-7DFA65926C00}" presName="bentUpArrow1" presStyleLbl="alignImgPlace1" presStyleIdx="0" presStyleCnt="2"/>
      <dgm:spPr/>
    </dgm:pt>
    <dgm:pt modelId="{DE9C4FA8-0A80-4328-B181-CE8DFE4568FF}" type="pres">
      <dgm:prSet presAssocID="{77B0DC63-4570-4672-9E93-7DFA65926C00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E08B73A9-C6E2-4F72-8631-4B13D02A9D29}" type="pres">
      <dgm:prSet presAssocID="{77B0DC63-4570-4672-9E93-7DFA65926C00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BBC510EE-A9F5-44CD-B0D4-670F343C276C}" type="pres">
      <dgm:prSet presAssocID="{616F6244-A433-40FF-8839-43C2B45E5764}" presName="sibTrans" presStyleCnt="0"/>
      <dgm:spPr/>
    </dgm:pt>
    <dgm:pt modelId="{A3D9D20B-B6FA-4B55-AD44-69FC12AA2640}" type="pres">
      <dgm:prSet presAssocID="{6E036B8B-8589-459B-B623-92083136DC83}" presName="composite" presStyleCnt="0"/>
      <dgm:spPr/>
    </dgm:pt>
    <dgm:pt modelId="{86E081D7-4AC4-48FA-A75E-DC725DC0F859}" type="pres">
      <dgm:prSet presAssocID="{6E036B8B-8589-459B-B623-92083136DC83}" presName="bentUpArrow1" presStyleLbl="alignImgPlace1" presStyleIdx="1" presStyleCnt="2"/>
      <dgm:spPr/>
    </dgm:pt>
    <dgm:pt modelId="{F81DB464-83D1-4F81-B98E-F67600358CA5}" type="pres">
      <dgm:prSet presAssocID="{6E036B8B-8589-459B-B623-92083136DC83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73D29165-2D8C-490B-99DC-20E1E5F2D825}" type="pres">
      <dgm:prSet presAssocID="{6E036B8B-8589-459B-B623-92083136DC83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805A7D49-ABE0-46C6-94FC-0326723B5A72}" type="pres">
      <dgm:prSet presAssocID="{CA0D22D8-3259-4281-83A8-242981949FD4}" presName="sibTrans" presStyleCnt="0"/>
      <dgm:spPr/>
    </dgm:pt>
    <dgm:pt modelId="{17E33D07-8325-4ACC-9E4A-490F12AC41FD}" type="pres">
      <dgm:prSet presAssocID="{0AFEEFA4-56A2-4BEA-A739-F4A5DD8C9AD8}" presName="composite" presStyleCnt="0"/>
      <dgm:spPr/>
    </dgm:pt>
    <dgm:pt modelId="{18DC11D8-F80B-4666-9E8F-FEA06CCA2DF6}" type="pres">
      <dgm:prSet presAssocID="{0AFEEFA4-56A2-4BEA-A739-F4A5DD8C9AD8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AA05E504-E75D-430B-BFEA-388EA9F2D323}" type="presOf" srcId="{0AFEEFA4-56A2-4BEA-A739-F4A5DD8C9AD8}" destId="{18DC11D8-F80B-4666-9E8F-FEA06CCA2DF6}" srcOrd="0" destOrd="0" presId="urn:microsoft.com/office/officeart/2005/8/layout/StepDownProcess"/>
    <dgm:cxn modelId="{5FBFE50F-0D5C-42B6-8218-FCAE37E17523}" srcId="{F7D6795E-AFCE-4803-908B-36CC9F1A032E}" destId="{6E036B8B-8589-459B-B623-92083136DC83}" srcOrd="1" destOrd="0" parTransId="{F690AE76-D2A4-4CEF-BE51-D53126900C94}" sibTransId="{CA0D22D8-3259-4281-83A8-242981949FD4}"/>
    <dgm:cxn modelId="{ED3F7F3D-DD78-47C0-A533-204891E5EE12}" type="presOf" srcId="{F7D6795E-AFCE-4803-908B-36CC9F1A032E}" destId="{0FAA1039-1713-46F5-AC2B-AE91AB2D0AC6}" srcOrd="0" destOrd="0" presId="urn:microsoft.com/office/officeart/2005/8/layout/StepDownProcess"/>
    <dgm:cxn modelId="{A19F035D-7DFB-4811-8ADB-18B5C73E0C80}" srcId="{F7D6795E-AFCE-4803-908B-36CC9F1A032E}" destId="{0AFEEFA4-56A2-4BEA-A739-F4A5DD8C9AD8}" srcOrd="2" destOrd="0" parTransId="{76AC1317-2300-4DEE-B0EF-8D6C40902356}" sibTransId="{7923A6D8-A3BE-4909-B39C-8646B15CB4DD}"/>
    <dgm:cxn modelId="{0611E060-7380-4766-82DA-F9AF7E15A6A7}" srcId="{F7D6795E-AFCE-4803-908B-36CC9F1A032E}" destId="{77B0DC63-4570-4672-9E93-7DFA65926C00}" srcOrd="0" destOrd="0" parTransId="{5A987B3A-43E7-4DC1-B459-74023E20586D}" sibTransId="{616F6244-A433-40FF-8839-43C2B45E5764}"/>
    <dgm:cxn modelId="{E8E5204F-4E57-4732-8CCC-440AC1BF0495}" type="presOf" srcId="{6E036B8B-8589-459B-B623-92083136DC83}" destId="{F81DB464-83D1-4F81-B98E-F67600358CA5}" srcOrd="0" destOrd="0" presId="urn:microsoft.com/office/officeart/2005/8/layout/StepDownProcess"/>
    <dgm:cxn modelId="{6FE5B0AA-EBEB-4285-AF31-61C318458E0E}" type="presOf" srcId="{77B0DC63-4570-4672-9E93-7DFA65926C00}" destId="{DE9C4FA8-0A80-4328-B181-CE8DFE4568FF}" srcOrd="0" destOrd="0" presId="urn:microsoft.com/office/officeart/2005/8/layout/StepDownProcess"/>
    <dgm:cxn modelId="{376C0064-DD8B-48B1-96FA-F6C352FBDE01}" type="presParOf" srcId="{0FAA1039-1713-46F5-AC2B-AE91AB2D0AC6}" destId="{6ADDBD07-3217-4CDA-A23B-5D3B0A04F608}" srcOrd="0" destOrd="0" presId="urn:microsoft.com/office/officeart/2005/8/layout/StepDownProcess"/>
    <dgm:cxn modelId="{23A62AC7-2EAA-45A5-8495-261544A58742}" type="presParOf" srcId="{6ADDBD07-3217-4CDA-A23B-5D3B0A04F608}" destId="{CA9DCB11-F496-433D-9F6B-3AC838AA1BF7}" srcOrd="0" destOrd="0" presId="urn:microsoft.com/office/officeart/2005/8/layout/StepDownProcess"/>
    <dgm:cxn modelId="{624F44CB-6A91-4556-91DF-F8E4212EF8EA}" type="presParOf" srcId="{6ADDBD07-3217-4CDA-A23B-5D3B0A04F608}" destId="{DE9C4FA8-0A80-4328-B181-CE8DFE4568FF}" srcOrd="1" destOrd="0" presId="urn:microsoft.com/office/officeart/2005/8/layout/StepDownProcess"/>
    <dgm:cxn modelId="{9C5AC297-B47E-4A3C-BAEC-F22B27B3AF20}" type="presParOf" srcId="{6ADDBD07-3217-4CDA-A23B-5D3B0A04F608}" destId="{E08B73A9-C6E2-4F72-8631-4B13D02A9D29}" srcOrd="2" destOrd="0" presId="urn:microsoft.com/office/officeart/2005/8/layout/StepDownProcess"/>
    <dgm:cxn modelId="{C6648A27-3264-485A-AAF7-0FE0046F91B8}" type="presParOf" srcId="{0FAA1039-1713-46F5-AC2B-AE91AB2D0AC6}" destId="{BBC510EE-A9F5-44CD-B0D4-670F343C276C}" srcOrd="1" destOrd="0" presId="urn:microsoft.com/office/officeart/2005/8/layout/StepDownProcess"/>
    <dgm:cxn modelId="{C0FFD568-4425-49D4-9679-1423623D0481}" type="presParOf" srcId="{0FAA1039-1713-46F5-AC2B-AE91AB2D0AC6}" destId="{A3D9D20B-B6FA-4B55-AD44-69FC12AA2640}" srcOrd="2" destOrd="0" presId="urn:microsoft.com/office/officeart/2005/8/layout/StepDownProcess"/>
    <dgm:cxn modelId="{4ADB8D6F-77DC-43EF-88C7-D8A51FE189FD}" type="presParOf" srcId="{A3D9D20B-B6FA-4B55-AD44-69FC12AA2640}" destId="{86E081D7-4AC4-48FA-A75E-DC725DC0F859}" srcOrd="0" destOrd="0" presId="urn:microsoft.com/office/officeart/2005/8/layout/StepDownProcess"/>
    <dgm:cxn modelId="{C6BA1366-D3F1-463F-851C-13C49E33DDD6}" type="presParOf" srcId="{A3D9D20B-B6FA-4B55-AD44-69FC12AA2640}" destId="{F81DB464-83D1-4F81-B98E-F67600358CA5}" srcOrd="1" destOrd="0" presId="urn:microsoft.com/office/officeart/2005/8/layout/StepDownProcess"/>
    <dgm:cxn modelId="{43829D23-1327-481B-9028-F1CE76DD4563}" type="presParOf" srcId="{A3D9D20B-B6FA-4B55-AD44-69FC12AA2640}" destId="{73D29165-2D8C-490B-99DC-20E1E5F2D825}" srcOrd="2" destOrd="0" presId="urn:microsoft.com/office/officeart/2005/8/layout/StepDownProcess"/>
    <dgm:cxn modelId="{60BA511E-2D2B-418C-9C78-23E031DBCB3E}" type="presParOf" srcId="{0FAA1039-1713-46F5-AC2B-AE91AB2D0AC6}" destId="{805A7D49-ABE0-46C6-94FC-0326723B5A72}" srcOrd="3" destOrd="0" presId="urn:microsoft.com/office/officeart/2005/8/layout/StepDownProcess"/>
    <dgm:cxn modelId="{1B9E932B-D91F-49C4-AFBA-AF12EEC69247}" type="presParOf" srcId="{0FAA1039-1713-46F5-AC2B-AE91AB2D0AC6}" destId="{17E33D07-8325-4ACC-9E4A-490F12AC41FD}" srcOrd="4" destOrd="0" presId="urn:microsoft.com/office/officeart/2005/8/layout/StepDownProcess"/>
    <dgm:cxn modelId="{CF16156D-6B96-42FA-885B-19D16AEE2C40}" type="presParOf" srcId="{17E33D07-8325-4ACC-9E4A-490F12AC41FD}" destId="{18DC11D8-F80B-4666-9E8F-FEA06CCA2DF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E17465-2D26-4D51-AC5D-D744AF397648}" type="doc">
      <dgm:prSet loTypeId="urn:microsoft.com/office/officeart/2005/8/layout/StepDownProcess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D2E73C5-0722-4927-8860-7ACD0B140F59}">
      <dgm:prSet phldrT="[Text]" phldr="0"/>
      <dgm:spPr/>
      <dgm:t>
        <a:bodyPr/>
        <a:lstStyle/>
        <a:p>
          <a:r>
            <a:rPr lang="en-US" dirty="0"/>
            <a:t>KPI MODEL</a:t>
          </a:r>
          <a:endParaRPr lang="en-IN" dirty="0"/>
        </a:p>
      </dgm:t>
    </dgm:pt>
    <dgm:pt modelId="{41685D92-A05C-406D-A3BC-DA99AC716010}" type="parTrans" cxnId="{2C8A4F24-369C-4883-A68C-23ACE334B48E}">
      <dgm:prSet/>
      <dgm:spPr/>
      <dgm:t>
        <a:bodyPr/>
        <a:lstStyle/>
        <a:p>
          <a:endParaRPr lang="en-IN"/>
        </a:p>
      </dgm:t>
    </dgm:pt>
    <dgm:pt modelId="{92265D90-AA09-4588-BFA1-206CB0A61692}" type="sibTrans" cxnId="{2C8A4F24-369C-4883-A68C-23ACE334B48E}">
      <dgm:prSet/>
      <dgm:spPr/>
      <dgm:t>
        <a:bodyPr/>
        <a:lstStyle/>
        <a:p>
          <a:endParaRPr lang="en-IN"/>
        </a:p>
      </dgm:t>
    </dgm:pt>
    <dgm:pt modelId="{9A0A6256-9A7A-43D9-AEE5-98034F38C401}">
      <dgm:prSet phldrT="[Text]" phldr="0"/>
      <dgm:spPr/>
      <dgm:t>
        <a:bodyPr/>
        <a:lstStyle/>
        <a:p>
          <a:endParaRPr lang="en-IN" dirty="0"/>
        </a:p>
      </dgm:t>
    </dgm:pt>
    <dgm:pt modelId="{5C74AD8E-161E-462B-9AEB-625CA5711D56}" type="parTrans" cxnId="{0A0853C8-09BC-43F2-8C1D-FF127F52D426}">
      <dgm:prSet/>
      <dgm:spPr/>
      <dgm:t>
        <a:bodyPr/>
        <a:lstStyle/>
        <a:p>
          <a:endParaRPr lang="en-IN"/>
        </a:p>
      </dgm:t>
    </dgm:pt>
    <dgm:pt modelId="{E8A94235-5DA4-4D8A-9C18-B91F980E9F0C}" type="sibTrans" cxnId="{0A0853C8-09BC-43F2-8C1D-FF127F52D426}">
      <dgm:prSet/>
      <dgm:spPr/>
      <dgm:t>
        <a:bodyPr/>
        <a:lstStyle/>
        <a:p>
          <a:endParaRPr lang="en-IN"/>
        </a:p>
      </dgm:t>
    </dgm:pt>
    <dgm:pt modelId="{7F0579C0-2E3A-4C02-AD66-53E329A76F23}">
      <dgm:prSet phldrT="[Text]" phldr="0"/>
      <dgm:spPr/>
      <dgm:t>
        <a:bodyPr/>
        <a:lstStyle/>
        <a:p>
          <a:r>
            <a:rPr lang="en-US" dirty="0"/>
            <a:t>DASHBOARD</a:t>
          </a:r>
          <a:endParaRPr lang="en-IN" dirty="0"/>
        </a:p>
      </dgm:t>
    </dgm:pt>
    <dgm:pt modelId="{96D4298C-EBF8-47B8-BAA1-292F7A898ACE}" type="parTrans" cxnId="{8CF571A5-8FE9-4BB7-8338-E732C717C14F}">
      <dgm:prSet/>
      <dgm:spPr/>
      <dgm:t>
        <a:bodyPr/>
        <a:lstStyle/>
        <a:p>
          <a:endParaRPr lang="en-IN"/>
        </a:p>
      </dgm:t>
    </dgm:pt>
    <dgm:pt modelId="{0AA45F5A-5920-4AA7-8AA6-C63A973BD6D1}" type="sibTrans" cxnId="{8CF571A5-8FE9-4BB7-8338-E732C717C14F}">
      <dgm:prSet/>
      <dgm:spPr/>
      <dgm:t>
        <a:bodyPr/>
        <a:lstStyle/>
        <a:p>
          <a:endParaRPr lang="en-IN"/>
        </a:p>
      </dgm:t>
    </dgm:pt>
    <dgm:pt modelId="{FA91C739-DA76-412F-8E6D-47DEA195C57A}">
      <dgm:prSet phldrT="[Text]" phldr="0"/>
      <dgm:spPr/>
      <dgm:t>
        <a:bodyPr/>
        <a:lstStyle/>
        <a:p>
          <a:endParaRPr lang="en-IN" dirty="0"/>
        </a:p>
      </dgm:t>
    </dgm:pt>
    <dgm:pt modelId="{86312268-9DA9-4A32-9546-6B2FFA4E6A68}" type="parTrans" cxnId="{44C78EB5-8B6F-4592-B5E0-6ACF5FF1DED1}">
      <dgm:prSet/>
      <dgm:spPr/>
      <dgm:t>
        <a:bodyPr/>
        <a:lstStyle/>
        <a:p>
          <a:endParaRPr lang="en-IN"/>
        </a:p>
      </dgm:t>
    </dgm:pt>
    <dgm:pt modelId="{5FDD5BB9-708B-476E-821A-C79BEF3E91C9}" type="sibTrans" cxnId="{44C78EB5-8B6F-4592-B5E0-6ACF5FF1DED1}">
      <dgm:prSet/>
      <dgm:spPr/>
      <dgm:t>
        <a:bodyPr/>
        <a:lstStyle/>
        <a:p>
          <a:endParaRPr lang="en-IN"/>
        </a:p>
      </dgm:t>
    </dgm:pt>
    <dgm:pt modelId="{3A5D28DF-1035-4047-8E95-2E634076A0D4}">
      <dgm:prSet phldrT="[Text]" phldr="0"/>
      <dgm:spPr/>
      <dgm:t>
        <a:bodyPr/>
        <a:lstStyle/>
        <a:p>
          <a:r>
            <a:rPr lang="en-US" dirty="0"/>
            <a:t>INSIGHTS</a:t>
          </a:r>
          <a:endParaRPr lang="en-IN" dirty="0"/>
        </a:p>
      </dgm:t>
    </dgm:pt>
    <dgm:pt modelId="{92336420-4019-4197-B045-C8DF1098AA39}" type="parTrans" cxnId="{E8F316B7-9282-4FA8-BA72-123A48D76404}">
      <dgm:prSet/>
      <dgm:spPr/>
      <dgm:t>
        <a:bodyPr/>
        <a:lstStyle/>
        <a:p>
          <a:endParaRPr lang="en-IN"/>
        </a:p>
      </dgm:t>
    </dgm:pt>
    <dgm:pt modelId="{6599CE7A-6739-4885-8833-9FF8585B2A49}" type="sibTrans" cxnId="{E8F316B7-9282-4FA8-BA72-123A48D76404}">
      <dgm:prSet/>
      <dgm:spPr/>
      <dgm:t>
        <a:bodyPr/>
        <a:lstStyle/>
        <a:p>
          <a:endParaRPr lang="en-IN"/>
        </a:p>
      </dgm:t>
    </dgm:pt>
    <dgm:pt modelId="{0154FAA4-ACAA-473C-AA3A-98B3521D1A67}">
      <dgm:prSet phldrT="[Text]" phldr="0"/>
      <dgm:spPr/>
      <dgm:t>
        <a:bodyPr/>
        <a:lstStyle/>
        <a:p>
          <a:endParaRPr lang="en-IN" dirty="0"/>
        </a:p>
      </dgm:t>
    </dgm:pt>
    <dgm:pt modelId="{C32648E3-10AA-4CE1-B03D-A6C2472D4169}" type="parTrans" cxnId="{D468A3AC-0636-4378-A442-43A0385B7E29}">
      <dgm:prSet/>
      <dgm:spPr/>
      <dgm:t>
        <a:bodyPr/>
        <a:lstStyle/>
        <a:p>
          <a:endParaRPr lang="en-IN"/>
        </a:p>
      </dgm:t>
    </dgm:pt>
    <dgm:pt modelId="{51725740-693F-4214-B6E7-7ACA071A9FE2}" type="sibTrans" cxnId="{D468A3AC-0636-4378-A442-43A0385B7E29}">
      <dgm:prSet/>
      <dgm:spPr/>
      <dgm:t>
        <a:bodyPr/>
        <a:lstStyle/>
        <a:p>
          <a:endParaRPr lang="en-IN"/>
        </a:p>
      </dgm:t>
    </dgm:pt>
    <dgm:pt modelId="{6E4607B6-41A5-4228-9FDB-9DC375F6A038}" type="pres">
      <dgm:prSet presAssocID="{E8E17465-2D26-4D51-AC5D-D744AF397648}" presName="rootnode" presStyleCnt="0">
        <dgm:presLayoutVars>
          <dgm:chMax/>
          <dgm:chPref/>
          <dgm:dir/>
          <dgm:animLvl val="lvl"/>
        </dgm:presLayoutVars>
      </dgm:prSet>
      <dgm:spPr/>
    </dgm:pt>
    <dgm:pt modelId="{E3654195-5BA2-44FE-890E-64C056AB9518}" type="pres">
      <dgm:prSet presAssocID="{2D2E73C5-0722-4927-8860-7ACD0B140F59}" presName="composite" presStyleCnt="0"/>
      <dgm:spPr/>
    </dgm:pt>
    <dgm:pt modelId="{AF8A9CF8-FDF3-4AD9-B7B3-B3804FF6BB34}" type="pres">
      <dgm:prSet presAssocID="{2D2E73C5-0722-4927-8860-7ACD0B140F59}" presName="bentUpArrow1" presStyleLbl="alignImgPlace1" presStyleIdx="0" presStyleCnt="2"/>
      <dgm:spPr/>
    </dgm:pt>
    <dgm:pt modelId="{4CE8E6C3-007D-414E-8C04-8F8D9E1201A6}" type="pres">
      <dgm:prSet presAssocID="{2D2E73C5-0722-4927-8860-7ACD0B140F59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C75838CB-9903-4D64-9669-ED9B87B3F946}" type="pres">
      <dgm:prSet presAssocID="{2D2E73C5-0722-4927-8860-7ACD0B140F59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4C0C1FE3-7F58-4B62-9158-DCA48066D4D8}" type="pres">
      <dgm:prSet presAssocID="{92265D90-AA09-4588-BFA1-206CB0A61692}" presName="sibTrans" presStyleCnt="0"/>
      <dgm:spPr/>
    </dgm:pt>
    <dgm:pt modelId="{385A8A02-807A-42A4-8069-50A9EAA6E80C}" type="pres">
      <dgm:prSet presAssocID="{7F0579C0-2E3A-4C02-AD66-53E329A76F23}" presName="composite" presStyleCnt="0"/>
      <dgm:spPr/>
    </dgm:pt>
    <dgm:pt modelId="{65997D1E-2A38-4895-9CEB-7F1BBB42A6E4}" type="pres">
      <dgm:prSet presAssocID="{7F0579C0-2E3A-4C02-AD66-53E329A76F23}" presName="bentUpArrow1" presStyleLbl="alignImgPlace1" presStyleIdx="1" presStyleCnt="2"/>
      <dgm:spPr/>
    </dgm:pt>
    <dgm:pt modelId="{70BB84BE-7DF5-4A1E-A329-03ECA735064E}" type="pres">
      <dgm:prSet presAssocID="{7F0579C0-2E3A-4C02-AD66-53E329A76F23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8E7C1258-2E6B-4905-98C1-DAD811FBDBD3}" type="pres">
      <dgm:prSet presAssocID="{7F0579C0-2E3A-4C02-AD66-53E329A76F23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A73FBDC7-453F-4720-A6C0-BBB43FF53658}" type="pres">
      <dgm:prSet presAssocID="{0AA45F5A-5920-4AA7-8AA6-C63A973BD6D1}" presName="sibTrans" presStyleCnt="0"/>
      <dgm:spPr/>
    </dgm:pt>
    <dgm:pt modelId="{2F9596E5-C716-4325-9D75-57EC1DEED63E}" type="pres">
      <dgm:prSet presAssocID="{3A5D28DF-1035-4047-8E95-2E634076A0D4}" presName="composite" presStyleCnt="0"/>
      <dgm:spPr/>
    </dgm:pt>
    <dgm:pt modelId="{35313614-F3FA-4885-9E7E-465BFD1ACBD1}" type="pres">
      <dgm:prSet presAssocID="{3A5D28DF-1035-4047-8E95-2E634076A0D4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0010E598-5BE9-4C69-A64D-4515C1F0965C}" type="pres">
      <dgm:prSet presAssocID="{3A5D28DF-1035-4047-8E95-2E634076A0D4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1175217-FB79-4926-AACF-AC6CD3DC69E1}" type="presOf" srcId="{0154FAA4-ACAA-473C-AA3A-98B3521D1A67}" destId="{0010E598-5BE9-4C69-A64D-4515C1F0965C}" srcOrd="0" destOrd="0" presId="urn:microsoft.com/office/officeart/2005/8/layout/StepDownProcess"/>
    <dgm:cxn modelId="{2C8A4F24-369C-4883-A68C-23ACE334B48E}" srcId="{E8E17465-2D26-4D51-AC5D-D744AF397648}" destId="{2D2E73C5-0722-4927-8860-7ACD0B140F59}" srcOrd="0" destOrd="0" parTransId="{41685D92-A05C-406D-A3BC-DA99AC716010}" sibTransId="{92265D90-AA09-4588-BFA1-206CB0A61692}"/>
    <dgm:cxn modelId="{4AD9813D-95DD-4237-A8E4-F0988AFF5678}" type="presOf" srcId="{E8E17465-2D26-4D51-AC5D-D744AF397648}" destId="{6E4607B6-41A5-4228-9FDB-9DC375F6A038}" srcOrd="0" destOrd="0" presId="urn:microsoft.com/office/officeart/2005/8/layout/StepDownProcess"/>
    <dgm:cxn modelId="{CA6BCA43-1271-4D79-99F0-4DC22EF6F189}" type="presOf" srcId="{FA91C739-DA76-412F-8E6D-47DEA195C57A}" destId="{8E7C1258-2E6B-4905-98C1-DAD811FBDBD3}" srcOrd="0" destOrd="0" presId="urn:microsoft.com/office/officeart/2005/8/layout/StepDownProcess"/>
    <dgm:cxn modelId="{FDEECA53-6414-4D9D-961C-33057B207230}" type="presOf" srcId="{7F0579C0-2E3A-4C02-AD66-53E329A76F23}" destId="{70BB84BE-7DF5-4A1E-A329-03ECA735064E}" srcOrd="0" destOrd="0" presId="urn:microsoft.com/office/officeart/2005/8/layout/StepDownProcess"/>
    <dgm:cxn modelId="{52D68B87-857F-4F4C-B960-6EA9859E70A8}" type="presOf" srcId="{2D2E73C5-0722-4927-8860-7ACD0B140F59}" destId="{4CE8E6C3-007D-414E-8C04-8F8D9E1201A6}" srcOrd="0" destOrd="0" presId="urn:microsoft.com/office/officeart/2005/8/layout/StepDownProcess"/>
    <dgm:cxn modelId="{5C9D0AA1-30B6-4270-B8BD-170B4E8AF5BC}" type="presOf" srcId="{3A5D28DF-1035-4047-8E95-2E634076A0D4}" destId="{35313614-F3FA-4885-9E7E-465BFD1ACBD1}" srcOrd="0" destOrd="0" presId="urn:microsoft.com/office/officeart/2005/8/layout/StepDownProcess"/>
    <dgm:cxn modelId="{8CF571A5-8FE9-4BB7-8338-E732C717C14F}" srcId="{E8E17465-2D26-4D51-AC5D-D744AF397648}" destId="{7F0579C0-2E3A-4C02-AD66-53E329A76F23}" srcOrd="1" destOrd="0" parTransId="{96D4298C-EBF8-47B8-BAA1-292F7A898ACE}" sibTransId="{0AA45F5A-5920-4AA7-8AA6-C63A973BD6D1}"/>
    <dgm:cxn modelId="{7F2460AC-5340-4591-8CA1-27B273D990B7}" type="presOf" srcId="{9A0A6256-9A7A-43D9-AEE5-98034F38C401}" destId="{C75838CB-9903-4D64-9669-ED9B87B3F946}" srcOrd="0" destOrd="0" presId="urn:microsoft.com/office/officeart/2005/8/layout/StepDownProcess"/>
    <dgm:cxn modelId="{D468A3AC-0636-4378-A442-43A0385B7E29}" srcId="{3A5D28DF-1035-4047-8E95-2E634076A0D4}" destId="{0154FAA4-ACAA-473C-AA3A-98B3521D1A67}" srcOrd="0" destOrd="0" parTransId="{C32648E3-10AA-4CE1-B03D-A6C2472D4169}" sibTransId="{51725740-693F-4214-B6E7-7ACA071A9FE2}"/>
    <dgm:cxn modelId="{44C78EB5-8B6F-4592-B5E0-6ACF5FF1DED1}" srcId="{7F0579C0-2E3A-4C02-AD66-53E329A76F23}" destId="{FA91C739-DA76-412F-8E6D-47DEA195C57A}" srcOrd="0" destOrd="0" parTransId="{86312268-9DA9-4A32-9546-6B2FFA4E6A68}" sibTransId="{5FDD5BB9-708B-476E-821A-C79BEF3E91C9}"/>
    <dgm:cxn modelId="{E8F316B7-9282-4FA8-BA72-123A48D76404}" srcId="{E8E17465-2D26-4D51-AC5D-D744AF397648}" destId="{3A5D28DF-1035-4047-8E95-2E634076A0D4}" srcOrd="2" destOrd="0" parTransId="{92336420-4019-4197-B045-C8DF1098AA39}" sibTransId="{6599CE7A-6739-4885-8833-9FF8585B2A49}"/>
    <dgm:cxn modelId="{0A0853C8-09BC-43F2-8C1D-FF127F52D426}" srcId="{2D2E73C5-0722-4927-8860-7ACD0B140F59}" destId="{9A0A6256-9A7A-43D9-AEE5-98034F38C401}" srcOrd="0" destOrd="0" parTransId="{5C74AD8E-161E-462B-9AEB-625CA5711D56}" sibTransId="{E8A94235-5DA4-4D8A-9C18-B91F980E9F0C}"/>
    <dgm:cxn modelId="{90ACB46F-D749-4582-A1F0-AD4AB1B0BAB6}" type="presParOf" srcId="{6E4607B6-41A5-4228-9FDB-9DC375F6A038}" destId="{E3654195-5BA2-44FE-890E-64C056AB9518}" srcOrd="0" destOrd="0" presId="urn:microsoft.com/office/officeart/2005/8/layout/StepDownProcess"/>
    <dgm:cxn modelId="{26C2818F-99C0-47C9-8034-7AACC31FE0E5}" type="presParOf" srcId="{E3654195-5BA2-44FE-890E-64C056AB9518}" destId="{AF8A9CF8-FDF3-4AD9-B7B3-B3804FF6BB34}" srcOrd="0" destOrd="0" presId="urn:microsoft.com/office/officeart/2005/8/layout/StepDownProcess"/>
    <dgm:cxn modelId="{6C6EC638-240F-4C6D-AD8C-CBCA91023793}" type="presParOf" srcId="{E3654195-5BA2-44FE-890E-64C056AB9518}" destId="{4CE8E6C3-007D-414E-8C04-8F8D9E1201A6}" srcOrd="1" destOrd="0" presId="urn:microsoft.com/office/officeart/2005/8/layout/StepDownProcess"/>
    <dgm:cxn modelId="{7EFFA43C-0638-4F09-A318-B6787DEEB838}" type="presParOf" srcId="{E3654195-5BA2-44FE-890E-64C056AB9518}" destId="{C75838CB-9903-4D64-9669-ED9B87B3F946}" srcOrd="2" destOrd="0" presId="urn:microsoft.com/office/officeart/2005/8/layout/StepDownProcess"/>
    <dgm:cxn modelId="{5C546D3E-99E0-476F-A99D-E30AABA8EEB8}" type="presParOf" srcId="{6E4607B6-41A5-4228-9FDB-9DC375F6A038}" destId="{4C0C1FE3-7F58-4B62-9158-DCA48066D4D8}" srcOrd="1" destOrd="0" presId="urn:microsoft.com/office/officeart/2005/8/layout/StepDownProcess"/>
    <dgm:cxn modelId="{2710755A-C86F-4056-B17B-890F1F0234A1}" type="presParOf" srcId="{6E4607B6-41A5-4228-9FDB-9DC375F6A038}" destId="{385A8A02-807A-42A4-8069-50A9EAA6E80C}" srcOrd="2" destOrd="0" presId="urn:microsoft.com/office/officeart/2005/8/layout/StepDownProcess"/>
    <dgm:cxn modelId="{BDF55A44-E74B-4A45-AFE4-2E3F50468126}" type="presParOf" srcId="{385A8A02-807A-42A4-8069-50A9EAA6E80C}" destId="{65997D1E-2A38-4895-9CEB-7F1BBB42A6E4}" srcOrd="0" destOrd="0" presId="urn:microsoft.com/office/officeart/2005/8/layout/StepDownProcess"/>
    <dgm:cxn modelId="{52675D0C-F77B-411A-A963-FCFD711198C3}" type="presParOf" srcId="{385A8A02-807A-42A4-8069-50A9EAA6E80C}" destId="{70BB84BE-7DF5-4A1E-A329-03ECA735064E}" srcOrd="1" destOrd="0" presId="urn:microsoft.com/office/officeart/2005/8/layout/StepDownProcess"/>
    <dgm:cxn modelId="{2BD5D440-C0C3-40C2-B7F1-B0151BC6257E}" type="presParOf" srcId="{385A8A02-807A-42A4-8069-50A9EAA6E80C}" destId="{8E7C1258-2E6B-4905-98C1-DAD811FBDBD3}" srcOrd="2" destOrd="0" presId="urn:microsoft.com/office/officeart/2005/8/layout/StepDownProcess"/>
    <dgm:cxn modelId="{A212A79B-E3C5-4290-8E3D-4D8837E2ED4E}" type="presParOf" srcId="{6E4607B6-41A5-4228-9FDB-9DC375F6A038}" destId="{A73FBDC7-453F-4720-A6C0-BBB43FF53658}" srcOrd="3" destOrd="0" presId="urn:microsoft.com/office/officeart/2005/8/layout/StepDownProcess"/>
    <dgm:cxn modelId="{91664FFB-A7B1-4926-93F8-2C474465B9CE}" type="presParOf" srcId="{6E4607B6-41A5-4228-9FDB-9DC375F6A038}" destId="{2F9596E5-C716-4325-9D75-57EC1DEED63E}" srcOrd="4" destOrd="0" presId="urn:microsoft.com/office/officeart/2005/8/layout/StepDownProcess"/>
    <dgm:cxn modelId="{6832F361-E5BE-42C4-AAE9-540FBF38FCE0}" type="presParOf" srcId="{2F9596E5-C716-4325-9D75-57EC1DEED63E}" destId="{35313614-F3FA-4885-9E7E-465BFD1ACBD1}" srcOrd="0" destOrd="0" presId="urn:microsoft.com/office/officeart/2005/8/layout/StepDownProcess"/>
    <dgm:cxn modelId="{E519F38D-E03B-49FC-B3EF-BC73F3DACF11}" type="presParOf" srcId="{2F9596E5-C716-4325-9D75-57EC1DEED63E}" destId="{0010E598-5BE9-4C69-A64D-4515C1F0965C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DCB11-F496-433D-9F6B-3AC838AA1BF7}">
      <dsp:nvSpPr>
        <dsp:cNvPr id="0" name=""/>
        <dsp:cNvSpPr/>
      </dsp:nvSpPr>
      <dsp:spPr>
        <a:xfrm rot="5400000">
          <a:off x="760720" y="622215"/>
          <a:ext cx="550295" cy="62649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C4FA8-0A80-4328-B181-CE8DFE4568FF}">
      <dsp:nvSpPr>
        <dsp:cNvPr id="0" name=""/>
        <dsp:cNvSpPr/>
      </dsp:nvSpPr>
      <dsp:spPr>
        <a:xfrm>
          <a:off x="614925" y="12201"/>
          <a:ext cx="926373" cy="64843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</a:t>
          </a:r>
          <a:endParaRPr lang="en-IN" sz="1100" kern="1200" dirty="0"/>
        </a:p>
      </dsp:txBody>
      <dsp:txXfrm>
        <a:off x="646584" y="43860"/>
        <a:ext cx="863055" cy="585113"/>
      </dsp:txXfrm>
    </dsp:sp>
    <dsp:sp modelId="{E08B73A9-C6E2-4F72-8631-4B13D02A9D29}">
      <dsp:nvSpPr>
        <dsp:cNvPr id="0" name=""/>
        <dsp:cNvSpPr/>
      </dsp:nvSpPr>
      <dsp:spPr>
        <a:xfrm>
          <a:off x="1541299" y="74044"/>
          <a:ext cx="673756" cy="52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E081D7-4AC4-48FA-A75E-DC725DC0F859}">
      <dsp:nvSpPr>
        <dsp:cNvPr id="0" name=""/>
        <dsp:cNvSpPr/>
      </dsp:nvSpPr>
      <dsp:spPr>
        <a:xfrm rot="5400000">
          <a:off x="1528782" y="1350617"/>
          <a:ext cx="550295" cy="62649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DB464-83D1-4F81-B98E-F67600358CA5}">
      <dsp:nvSpPr>
        <dsp:cNvPr id="0" name=""/>
        <dsp:cNvSpPr/>
      </dsp:nvSpPr>
      <dsp:spPr>
        <a:xfrm>
          <a:off x="1382987" y="740604"/>
          <a:ext cx="926373" cy="64843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CLEANING</a:t>
          </a:r>
          <a:endParaRPr lang="en-IN" sz="1100" kern="1200" dirty="0"/>
        </a:p>
      </dsp:txBody>
      <dsp:txXfrm>
        <a:off x="1414646" y="772263"/>
        <a:ext cx="863055" cy="585113"/>
      </dsp:txXfrm>
    </dsp:sp>
    <dsp:sp modelId="{73D29165-2D8C-490B-99DC-20E1E5F2D825}">
      <dsp:nvSpPr>
        <dsp:cNvPr id="0" name=""/>
        <dsp:cNvSpPr/>
      </dsp:nvSpPr>
      <dsp:spPr>
        <a:xfrm>
          <a:off x="2309361" y="802446"/>
          <a:ext cx="673756" cy="52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DC11D8-F80B-4666-9E8F-FEA06CCA2DF6}">
      <dsp:nvSpPr>
        <dsp:cNvPr id="0" name=""/>
        <dsp:cNvSpPr/>
      </dsp:nvSpPr>
      <dsp:spPr>
        <a:xfrm>
          <a:off x="2151049" y="1469006"/>
          <a:ext cx="926373" cy="64843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ANALYSIS</a:t>
          </a:r>
          <a:endParaRPr lang="en-IN" sz="1100" kern="1200" dirty="0"/>
        </a:p>
      </dsp:txBody>
      <dsp:txXfrm>
        <a:off x="2182708" y="1500665"/>
        <a:ext cx="863055" cy="5851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A9CF8-FDF3-4AD9-B7B3-B3804FF6BB34}">
      <dsp:nvSpPr>
        <dsp:cNvPr id="0" name=""/>
        <dsp:cNvSpPr/>
      </dsp:nvSpPr>
      <dsp:spPr>
        <a:xfrm rot="5400000">
          <a:off x="334924" y="619102"/>
          <a:ext cx="547542" cy="6233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E8E6C3-007D-414E-8C04-8F8D9E1201A6}">
      <dsp:nvSpPr>
        <dsp:cNvPr id="0" name=""/>
        <dsp:cNvSpPr/>
      </dsp:nvSpPr>
      <dsp:spPr>
        <a:xfrm>
          <a:off x="189858" y="12140"/>
          <a:ext cx="921739" cy="64518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KPI MODEL</a:t>
          </a:r>
          <a:endParaRPr lang="en-IN" sz="900" kern="1200" dirty="0"/>
        </a:p>
      </dsp:txBody>
      <dsp:txXfrm>
        <a:off x="221359" y="43641"/>
        <a:ext cx="858737" cy="582186"/>
      </dsp:txXfrm>
    </dsp:sp>
    <dsp:sp modelId="{C75838CB-9903-4D64-9669-ED9B87B3F946}">
      <dsp:nvSpPr>
        <dsp:cNvPr id="0" name=""/>
        <dsp:cNvSpPr/>
      </dsp:nvSpPr>
      <dsp:spPr>
        <a:xfrm>
          <a:off x="1111598" y="73673"/>
          <a:ext cx="670385" cy="521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700" kern="1200" dirty="0"/>
        </a:p>
      </dsp:txBody>
      <dsp:txXfrm>
        <a:off x="1111598" y="73673"/>
        <a:ext cx="670385" cy="521469"/>
      </dsp:txXfrm>
    </dsp:sp>
    <dsp:sp modelId="{65997D1E-2A38-4895-9CEB-7F1BBB42A6E4}">
      <dsp:nvSpPr>
        <dsp:cNvPr id="0" name=""/>
        <dsp:cNvSpPr/>
      </dsp:nvSpPr>
      <dsp:spPr>
        <a:xfrm rot="5400000">
          <a:off x="1099144" y="1343861"/>
          <a:ext cx="547542" cy="6233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B84BE-7DF5-4A1E-A329-03ECA735064E}">
      <dsp:nvSpPr>
        <dsp:cNvPr id="0" name=""/>
        <dsp:cNvSpPr/>
      </dsp:nvSpPr>
      <dsp:spPr>
        <a:xfrm>
          <a:off x="954079" y="736899"/>
          <a:ext cx="921739" cy="64518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DASHBOARD</a:t>
          </a:r>
          <a:endParaRPr lang="en-IN" sz="900" kern="1200" dirty="0"/>
        </a:p>
      </dsp:txBody>
      <dsp:txXfrm>
        <a:off x="985580" y="768400"/>
        <a:ext cx="858737" cy="582186"/>
      </dsp:txXfrm>
    </dsp:sp>
    <dsp:sp modelId="{8E7C1258-2E6B-4905-98C1-DAD811FBDBD3}">
      <dsp:nvSpPr>
        <dsp:cNvPr id="0" name=""/>
        <dsp:cNvSpPr/>
      </dsp:nvSpPr>
      <dsp:spPr>
        <a:xfrm>
          <a:off x="1875819" y="798432"/>
          <a:ext cx="670385" cy="521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700" kern="1200" dirty="0"/>
        </a:p>
      </dsp:txBody>
      <dsp:txXfrm>
        <a:off x="1875819" y="798432"/>
        <a:ext cx="670385" cy="521469"/>
      </dsp:txXfrm>
    </dsp:sp>
    <dsp:sp modelId="{35313614-F3FA-4885-9E7E-465BFD1ACBD1}">
      <dsp:nvSpPr>
        <dsp:cNvPr id="0" name=""/>
        <dsp:cNvSpPr/>
      </dsp:nvSpPr>
      <dsp:spPr>
        <a:xfrm>
          <a:off x="1718299" y="1461658"/>
          <a:ext cx="921739" cy="64518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INSIGHTS</a:t>
          </a:r>
          <a:endParaRPr lang="en-IN" sz="900" kern="1200" dirty="0"/>
        </a:p>
      </dsp:txBody>
      <dsp:txXfrm>
        <a:off x="1749800" y="1493159"/>
        <a:ext cx="858737" cy="582186"/>
      </dsp:txXfrm>
    </dsp:sp>
    <dsp:sp modelId="{0010E598-5BE9-4C69-A64D-4515C1F0965C}">
      <dsp:nvSpPr>
        <dsp:cNvPr id="0" name=""/>
        <dsp:cNvSpPr/>
      </dsp:nvSpPr>
      <dsp:spPr>
        <a:xfrm>
          <a:off x="2640039" y="1523191"/>
          <a:ext cx="670385" cy="521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100" kern="1200" dirty="0"/>
        </a:p>
      </dsp:txBody>
      <dsp:txXfrm>
        <a:off x="2640039" y="1523191"/>
        <a:ext cx="670385" cy="521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0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04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86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82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81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72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00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336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70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1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2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75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409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914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194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17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69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44E7FA5-F4E3-474E-846E-085B2A101E1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70EAF11-B7A9-40E0-B64E-3C80B3218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3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76B7-EA73-6004-9A67-D04A592D4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575" y="1104310"/>
            <a:ext cx="9882090" cy="2677648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  <a:t>INTERN Performance Intelligence System</a:t>
            </a:r>
            <a:b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28227-420E-CA61-8DAD-FF5539B09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29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0F062-BEA1-59F0-09F9-F63E85E4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56" y="230342"/>
            <a:ext cx="10018713" cy="1752599"/>
          </a:xfrm>
        </p:spPr>
        <p:txBody>
          <a:bodyPr/>
          <a:lstStyle/>
          <a:p>
            <a:r>
              <a:rPr lang="en-US" b="1" dirty="0"/>
              <a:t>                       </a:t>
            </a:r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46EA-78C4-7859-E464-42682BA3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56" y="2423370"/>
            <a:ext cx="113467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In real organizations, intern evaluation is: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Subjective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limited metrics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standardized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                  </a:t>
            </a:r>
            <a:r>
              <a:rPr lang="en-US" sz="3200" b="1" dirty="0">
                <a:solidFill>
                  <a:srgbClr val="FF0000"/>
                </a:solidFill>
              </a:rPr>
              <a:t>               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Problems: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performers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structured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5915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9828-436D-8F18-25F1-EB57867F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87C6-497E-8F6C-4535-37423E36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2" y="2603500"/>
            <a:ext cx="11120284" cy="3416300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👉 Built a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Evaluation System</a:t>
            </a:r>
          </a:p>
          <a:p>
            <a:pPr marL="0" indent="0">
              <a:buNone/>
            </a:pP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✔ </a:t>
            </a: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KPI-based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ranking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Interactive dashboard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Business insights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37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4DBD-AD20-96F9-E1CC-402665F5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Project Flow (Simple View)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9C1E72CB-3C20-850B-F32B-94AE5B7ACE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4479815"/>
              </p:ext>
            </p:extLst>
          </p:nvPr>
        </p:nvGraphicFramePr>
        <p:xfrm>
          <a:off x="2669122" y="2321028"/>
          <a:ext cx="3692349" cy="2129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5EFB872-E9B7-C383-6B07-84874FF4EE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0915070"/>
              </p:ext>
            </p:extLst>
          </p:nvPr>
        </p:nvGraphicFramePr>
        <p:xfrm>
          <a:off x="5732207" y="4547286"/>
          <a:ext cx="3500284" cy="2118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5" name="Arrow: Bent 14">
            <a:extLst>
              <a:ext uri="{FF2B5EF4-FFF2-40B4-BE49-F238E27FC236}">
                <a16:creationId xmlns:a16="http://schemas.microsoft.com/office/drawing/2014/main" id="{23496289-1CA2-B92B-70D4-A48F3ACAA7AD}"/>
              </a:ext>
            </a:extLst>
          </p:cNvPr>
          <p:cNvSpPr/>
          <p:nvPr/>
        </p:nvSpPr>
        <p:spPr>
          <a:xfrm flipV="1">
            <a:off x="5299586" y="4450668"/>
            <a:ext cx="589937" cy="63308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701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3D8F-96B1-6DAB-815E-9D8666D7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73" y="2382678"/>
            <a:ext cx="4351025" cy="2283824"/>
          </a:xfrm>
        </p:spPr>
        <p:txBody>
          <a:bodyPr/>
          <a:lstStyle/>
          <a:p>
            <a:pPr algn="ctr"/>
            <a:r>
              <a:rPr lang="en-IN" dirty="0"/>
              <a:t>TECH STACK 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CE981DD-79F7-27C2-5E67-ACA6F8582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6023" y="2539993"/>
            <a:ext cx="5178454" cy="2283824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US" sz="7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          Core development</a:t>
            </a:r>
            <a:b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7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  <a: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           Data processing</a:t>
            </a:r>
            <a:b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7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  <a: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            Data generation</a:t>
            </a:r>
            <a:b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7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  <a: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Analysis visualization</a:t>
            </a:r>
            <a:b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7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             Interactive charts</a:t>
            </a:r>
            <a:b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7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     Dashboard UI</a:t>
            </a:r>
            <a:b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Excel/CSV </a:t>
            </a:r>
            <a:r>
              <a:rPr 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     Data storage</a:t>
            </a:r>
            <a:endParaRPr lang="en-IN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63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490C-8143-0F47-ACAF-712DCFB1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Sprint 1 (Data Preparation)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83142-4152-6C1C-E962-83A51BBD2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600" b="1" dirty="0"/>
              <a:t>WHAT</a:t>
            </a:r>
            <a:endParaRPr lang="en-IN" sz="16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CC92AF-41C9-DDB5-6821-F0598E1786E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92736" y="3272361"/>
            <a:ext cx="3141879" cy="2847293"/>
          </a:xfrm>
        </p:spPr>
        <p:txBody>
          <a:bodyPr/>
          <a:lstStyle/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dataset (300 interns)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performance parameters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validated data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B131E7-3D08-DE74-D17C-97F2DDAAFA9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523232" y="2891633"/>
            <a:ext cx="3145536" cy="2847293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endParaRPr lang="en-IN" sz="1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inconsistent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directly analyzed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Preprocessing ensures: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Accuracy</a:t>
            </a:r>
            <a:endParaRPr lang="en-IN" sz="1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Consistency</a:t>
            </a:r>
            <a:endParaRPr lang="en-IN" sz="1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1EB9F1-ED0B-93E7-7B35-B54511D66924}"/>
              </a:ext>
            </a:extLst>
          </p:cNvPr>
          <p:cNvSpPr txBox="1"/>
          <p:nvPr/>
        </p:nvSpPr>
        <p:spPr>
          <a:xfrm>
            <a:off x="7895168" y="2891633"/>
            <a:ext cx="2950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invalid values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logical constraints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features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73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1B09-EC00-D57D-6C2D-6234869D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Sprint 1 (Feature Engineering)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FF31-AB52-274C-B341-8ED76BE82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ADDED</a:t>
            </a:r>
            <a:endParaRPr lang="en-IN" sz="1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1600" b="1" dirty="0"/>
              <a:t>Completion Rate</a:t>
            </a:r>
            <a:endParaRPr lang="en-IN" sz="1600" b="1" dirty="0"/>
          </a:p>
          <a:p>
            <a:pPr lvl="0"/>
            <a:r>
              <a:rPr lang="en-US" sz="1600" b="1" dirty="0"/>
              <a:t>Duration Days</a:t>
            </a:r>
            <a:br>
              <a:rPr lang="en-US" sz="1600" b="1" dirty="0"/>
            </a:br>
            <a:endParaRPr lang="en-IN" sz="1600" b="1" dirty="0"/>
          </a:p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ADDED</a:t>
            </a:r>
            <a:endParaRPr lang="en-IN" sz="1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600" b="1" dirty="0"/>
              <a:t>Basic data cannot measure:</a:t>
            </a:r>
            <a:endParaRPr lang="en-IN" sz="1600" b="1" dirty="0"/>
          </a:p>
          <a:p>
            <a:pPr lvl="0"/>
            <a:r>
              <a:rPr lang="en-US" sz="1600" b="1" dirty="0"/>
              <a:t>Efficiency</a:t>
            </a:r>
            <a:endParaRPr lang="en-IN" sz="1600" b="1" dirty="0"/>
          </a:p>
          <a:p>
            <a:pPr lvl="0"/>
            <a:r>
              <a:rPr lang="en-US" sz="1600" b="1" dirty="0"/>
              <a:t>Productivity</a:t>
            </a:r>
            <a:endParaRPr lang="en-IN" sz="1600" b="1" dirty="0"/>
          </a:p>
          <a:p>
            <a:r>
              <a:rPr lang="en-US" sz="1600" b="1" dirty="0"/>
              <a:t>These features make data analysis-ready</a:t>
            </a:r>
            <a:br>
              <a:rPr lang="en-US" sz="1600" b="1" dirty="0"/>
            </a:br>
            <a:endParaRPr lang="en-IN" sz="1600" b="1" dirty="0"/>
          </a:p>
          <a:p>
            <a:endParaRPr lang="en-IN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736C8-46FD-22F7-C7C8-1B70ED3CB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618" y="2845725"/>
            <a:ext cx="5810491" cy="231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67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DB1E-76FF-BB63-D039-9708EA6F2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Sprint 2 (EDA)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429A7-D0A5-9A30-A21E-4F5FAA90AD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</a:t>
            </a:r>
          </a:p>
          <a:p>
            <a:pPr marL="0" indent="0">
              <a:buNone/>
            </a:pP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b="1" dirty="0"/>
              <a:t>Statistical analysis</a:t>
            </a:r>
            <a:endParaRPr lang="en-IN" b="1" dirty="0"/>
          </a:p>
          <a:p>
            <a:pPr lvl="0"/>
            <a:r>
              <a:rPr lang="en-US" b="1" dirty="0"/>
              <a:t>Correlation study</a:t>
            </a:r>
            <a:endParaRPr lang="en-IN" b="1" dirty="0"/>
          </a:p>
          <a:p>
            <a:pPr lvl="0"/>
            <a:r>
              <a:rPr lang="en-US" b="1" dirty="0"/>
              <a:t>Department analysis</a:t>
            </a:r>
            <a:endParaRPr lang="en-IN" b="1" dirty="0"/>
          </a:p>
          <a:p>
            <a:pPr lvl="0"/>
            <a:r>
              <a:rPr lang="en-US" b="1" dirty="0"/>
              <a:t>Mentor analysis</a:t>
            </a:r>
            <a:endParaRPr lang="en-IN" b="1" dirty="0"/>
          </a:p>
          <a:p>
            <a:pPr lvl="0"/>
            <a:r>
              <a:rPr lang="en-US" b="1" dirty="0"/>
              <a:t>Visualizations</a:t>
            </a:r>
            <a:endParaRPr lang="en-IN" b="1" dirty="0"/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91D4F-DB44-D761-6657-5C001700D8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</a:t>
            </a:r>
          </a:p>
          <a:p>
            <a:pPr marL="0" indent="0">
              <a:buNone/>
            </a:pPr>
            <a:r>
              <a:rPr lang="en-US" b="1" dirty="0"/>
              <a:t> </a:t>
            </a:r>
            <a:endParaRPr lang="en-IN" b="1" dirty="0"/>
          </a:p>
          <a:p>
            <a:pPr marL="0" indent="0">
              <a:buNone/>
            </a:pPr>
            <a:r>
              <a:rPr lang="en-US" b="1" u="sng" dirty="0"/>
              <a:t>EDA helps:</a:t>
            </a:r>
            <a:endParaRPr lang="en-IN" b="1" u="sng" dirty="0"/>
          </a:p>
          <a:p>
            <a:pPr lvl="0"/>
            <a:r>
              <a:rPr lang="en-US" b="1" dirty="0"/>
              <a:t>Understand patterns</a:t>
            </a:r>
            <a:endParaRPr lang="en-IN" b="1" dirty="0"/>
          </a:p>
          <a:p>
            <a:pPr lvl="0"/>
            <a:r>
              <a:rPr lang="en-US" b="1" dirty="0"/>
              <a:t>Identify key drivers</a:t>
            </a:r>
            <a:endParaRPr lang="en-IN" b="1" dirty="0"/>
          </a:p>
          <a:p>
            <a:pPr marL="0" indent="0">
              <a:buNone/>
            </a:pPr>
            <a:br>
              <a:rPr lang="en-US" b="1" dirty="0"/>
            </a:b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2244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FFD5-8511-F571-F822-FB7DF5A0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Key Insights (EDA)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38D0-39FA-8244-6128-67AEB366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48" y="2396914"/>
            <a:ext cx="4562940" cy="3416300"/>
          </a:xfrm>
        </p:spPr>
        <p:txBody>
          <a:bodyPr/>
          <a:lstStyle/>
          <a:p>
            <a:pPr lvl="0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strong impact</a:t>
            </a:r>
          </a:p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differentiates performers</a:t>
            </a:r>
          </a:p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ensures consistency</a:t>
            </a:r>
          </a:p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influence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0E7EC-9BA1-F143-61B8-3DD03E844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607" y="2396914"/>
            <a:ext cx="6890795" cy="33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90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300F7B-D6F4-9D9D-CA3F-D9EC431D2CD5}"/>
              </a:ext>
            </a:extLst>
          </p:cNvPr>
          <p:cNvSpPr txBox="1"/>
          <p:nvPr/>
        </p:nvSpPr>
        <p:spPr>
          <a:xfrm>
            <a:off x="3891988" y="353557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800" b="1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New Parameters?</a:t>
            </a:r>
            <a:endParaRPr lang="en-IN" sz="2800" b="1" kern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6A895-C7A2-42B8-7AD6-B15A69E40404}"/>
              </a:ext>
            </a:extLst>
          </p:cNvPr>
          <p:cNvSpPr txBox="1"/>
          <p:nvPr/>
        </p:nvSpPr>
        <p:spPr>
          <a:xfrm>
            <a:off x="1157469" y="1979593"/>
            <a:ext cx="8296154" cy="4498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❌ Basic metrics are </a:t>
            </a:r>
            <a:r>
              <a:rPr lang="en-US" sz="1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insufficient</a:t>
            </a:r>
            <a:endParaRPr lang="en-IN" sz="1800" b="1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👉 Added:</a:t>
            </a:r>
            <a:endParaRPr lang="en-IN" sz="18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Time efficiency</a:t>
            </a:r>
            <a:endParaRPr lang="en-IN" sz="18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Deadline adherence</a:t>
            </a:r>
            <a:endParaRPr lang="en-IN" sz="18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Behavioral metrics</a:t>
            </a:r>
            <a:endParaRPr lang="en-IN" sz="18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Contribution metrics</a:t>
            </a:r>
            <a:endParaRPr lang="en-IN" sz="18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            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       ✔ Makes system real-world applicable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b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18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CA76F3-0482-DFD4-50C2-21946737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994" y="1801007"/>
            <a:ext cx="7467678" cy="323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81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D595-353D-AEEF-9277-1341D888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Sprint 3 (KPI Design)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34BCD7-8522-4741-CDB3-A274CB10D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236792"/>
              </p:ext>
            </p:extLst>
          </p:nvPr>
        </p:nvGraphicFramePr>
        <p:xfrm>
          <a:off x="4069546" y="2802893"/>
          <a:ext cx="7806080" cy="2891848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903040">
                  <a:extLst>
                    <a:ext uri="{9D8B030D-6E8A-4147-A177-3AD203B41FA5}">
                      <a16:colId xmlns:a16="http://schemas.microsoft.com/office/drawing/2014/main" val="3539951685"/>
                    </a:ext>
                  </a:extLst>
                </a:gridCol>
                <a:gridCol w="3903040">
                  <a:extLst>
                    <a:ext uri="{9D8B030D-6E8A-4147-A177-3AD203B41FA5}">
                      <a16:colId xmlns:a16="http://schemas.microsoft.com/office/drawing/2014/main" val="2575052861"/>
                    </a:ext>
                  </a:extLst>
                </a:gridCol>
              </a:tblGrid>
              <a:tr h="70025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Dimension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Parameter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66290305"/>
                  </a:ext>
                </a:extLst>
              </a:tr>
              <a:tr h="313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Productivity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Completion Rate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767819"/>
                  </a:ext>
                </a:extLst>
              </a:tr>
              <a:tr h="313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Consistency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Attendance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4411145"/>
                  </a:ext>
                </a:extLst>
              </a:tr>
              <a:tr h="313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Quality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Quality Score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9149894"/>
                  </a:ext>
                </a:extLst>
              </a:tr>
              <a:tr h="313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Time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Deadline Completion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4103589"/>
                  </a:ext>
                </a:extLst>
              </a:tr>
              <a:tr h="313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Efficiency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Duration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0083562"/>
                  </a:ext>
                </a:extLst>
              </a:tr>
              <a:tr h="313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Contribution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Projects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6129102"/>
                  </a:ext>
                </a:extLst>
              </a:tr>
              <a:tr h="313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Behavior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Obedience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09307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2477821-8C43-56FD-C970-50CBA02D2FAF}"/>
              </a:ext>
            </a:extLst>
          </p:cNvPr>
          <p:cNvSpPr txBox="1"/>
          <p:nvPr/>
        </p:nvSpPr>
        <p:spPr>
          <a:xfrm>
            <a:off x="489031" y="2837812"/>
            <a:ext cx="3365338" cy="118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endParaRPr lang="en-IN" sz="2400" b="1" dirty="0">
              <a:solidFill>
                <a:schemeClr val="accent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👉 Evaluate interns using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multiple dimensions</a:t>
            </a: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3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1B64-78E0-B493-0A8F-876D45859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023" y="811622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KPI Model  (PS INDEX)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A9937-8117-F552-1BAF-321A408C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587" y="2933378"/>
            <a:ext cx="8825659" cy="3924622"/>
          </a:xfrm>
        </p:spPr>
        <p:txBody>
          <a:bodyPr/>
          <a:lstStyle/>
          <a:p>
            <a:r>
              <a:rPr lang="en-US" sz="3000" b="1" dirty="0">
                <a:solidFill>
                  <a:schemeClr val="accent1"/>
                </a:solidFill>
              </a:rPr>
              <a:t>Priority Score:</a:t>
            </a:r>
            <a:endParaRPr lang="en-IN" sz="3000" b="1" dirty="0">
              <a:solidFill>
                <a:schemeClr val="accent1"/>
              </a:solidFill>
            </a:endParaRPr>
          </a:p>
          <a:p>
            <a:pPr lvl="0"/>
            <a:r>
              <a:rPr lang="en-US" dirty="0"/>
              <a:t>Completion Rate (25%)</a:t>
            </a:r>
            <a:endParaRPr lang="en-IN" dirty="0"/>
          </a:p>
          <a:p>
            <a:pPr lvl="0"/>
            <a:r>
              <a:rPr lang="en-US" dirty="0"/>
              <a:t>Attendance (15%)</a:t>
            </a:r>
            <a:endParaRPr lang="en-IN" dirty="0"/>
          </a:p>
          <a:p>
            <a:pPr lvl="0"/>
            <a:r>
              <a:rPr lang="en-US" dirty="0"/>
              <a:t>Quality (20%)</a:t>
            </a:r>
            <a:endParaRPr lang="en-IN" dirty="0"/>
          </a:p>
          <a:p>
            <a:pPr lvl="0"/>
            <a:r>
              <a:rPr lang="en-US" dirty="0"/>
              <a:t>Deadline Completion (15%)</a:t>
            </a:r>
            <a:endParaRPr lang="en-IN" dirty="0"/>
          </a:p>
          <a:p>
            <a:pPr lvl="0"/>
            <a:r>
              <a:rPr lang="en-US" dirty="0"/>
              <a:t>Projects (10%)</a:t>
            </a:r>
            <a:endParaRPr lang="en-IN" dirty="0"/>
          </a:p>
          <a:p>
            <a:pPr lvl="0"/>
            <a:r>
              <a:rPr lang="en-US" dirty="0"/>
              <a:t>Duration (10%)</a:t>
            </a:r>
            <a:endParaRPr lang="en-IN" dirty="0"/>
          </a:p>
          <a:p>
            <a:pPr lvl="0"/>
            <a:r>
              <a:rPr lang="en-US" dirty="0"/>
              <a:t>Behavior (5%) =   priority score 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985D0-B1F8-9B34-D38D-6AF2D1C64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701" y="2395479"/>
            <a:ext cx="7106856" cy="2072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7ABEA2-D090-52E6-3EC6-CACB64B14C10}"/>
              </a:ext>
            </a:extLst>
          </p:cNvPr>
          <p:cNvSpPr txBox="1"/>
          <p:nvPr/>
        </p:nvSpPr>
        <p:spPr>
          <a:xfrm>
            <a:off x="6096000" y="4799905"/>
            <a:ext cx="6094070" cy="1459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KPI?</a:t>
            </a:r>
            <a:endParaRPr lang="en-IN" sz="2400" b="1" dirty="0">
              <a:solidFill>
                <a:schemeClr val="accent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✔ Balanced evaluation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✔ Avoids bias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✔ Reflects real company logic</a:t>
            </a: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397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0D41-EC4C-1563-BB20-CBB25136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Top Performers(</a:t>
            </a: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Ultimate insight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4D052-1F36-F448-702E-4DEB07C19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 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837B6-F83C-A3A6-A041-058134E659D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RANKS FOR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STUDENTS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 DEPT </a:t>
            </a:r>
          </a:p>
          <a:p>
            <a:r>
              <a:rPr lang="en-US" sz="1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3 interns per  department</a:t>
            </a:r>
            <a:endParaRPr lang="en-IN" sz="1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51AD6-31FB-7FEA-C994-F28B3F50E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/>
              <a:t>WHY 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6D39C-2E9A-38C2-D223-CD61C2D3C438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comparison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competition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consistency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2622CC-E7EC-C6A9-68CA-BAB5E2201D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b="1" dirty="0"/>
              <a:t>HOW 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71A729-2789-DDAA-6A2E-FADC692FD487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Ranked using </a:t>
            </a:r>
          </a:p>
          <a:p>
            <a:r>
              <a:rPr lang="en-US" sz="1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Priority Score</a:t>
            </a:r>
            <a:endParaRPr lang="en-IN" sz="1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582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7C12-1C6B-47FB-29C1-F896895B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Dashboard (Sprint 3)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83AD8-FCDF-48F9-B94B-B7854555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2729"/>
            <a:ext cx="8825659" cy="3416300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 STREAMLIT )</a:t>
            </a:r>
          </a:p>
          <a:p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FASTER, SIMPLE AND </a:t>
            </a:r>
          </a:p>
          <a:p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ORGANISATION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Interactive charts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KPI-based ranking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Top performer profiles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Filters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4318E6-7236-A34A-34BC-31C6561AA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135" y="2290903"/>
            <a:ext cx="3087959" cy="1885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02815D-8802-EB2E-D275-B1815D1A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976" y="2323040"/>
            <a:ext cx="3352800" cy="1885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0B3A41-41EA-5538-1D49-F7CF9E659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135" y="4195820"/>
            <a:ext cx="2662611" cy="590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A723DE-8437-4838-8584-73A5AE6F1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270" y="4249363"/>
            <a:ext cx="2416193" cy="11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F64BB0-6C0A-4DD6-ABC0-511C2178B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8269" y="5453665"/>
            <a:ext cx="2416193" cy="13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65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09538C7-C6AB-A1B8-654E-44D11EBC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818373"/>
          </a:xfrm>
        </p:spPr>
        <p:txBody>
          <a:bodyPr/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Filters  </a:t>
            </a:r>
            <a:r>
              <a:rPr lang="en-US" dirty="0"/>
              <a:t>? </a:t>
            </a:r>
            <a:endParaRPr lang="en-IN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B87856B-A248-9E7F-7154-D13F9D5A362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2" b="2712"/>
          <a:stretch>
            <a:fillRect/>
          </a:stretch>
        </p:blipFill>
        <p:spPr>
          <a:xfrm>
            <a:off x="6407794" y="0"/>
            <a:ext cx="2700301" cy="290524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01886D-06C9-8280-667D-AA187651E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00B0F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Department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Compare domains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00B0F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Mentor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Evaluate training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👉 Enables: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Drill-down analysis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Better decisions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018C0B-4B16-47CD-2096-31965C061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737" y="1585414"/>
            <a:ext cx="2454614" cy="34437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C01F7A-F5A0-5100-EC48-52964FF98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408" y="3184374"/>
            <a:ext cx="2700301" cy="318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82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D94F-C509-E668-2454-7AE7E14B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1FB8-B168-D44D-507A-FF68BA0AE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completion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high performance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work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better ranking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separates top performers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impacts evaluation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745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9205-F837-E0F4-A9D9-EA22ED78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Sprint 4 (Final Delivery)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5874E-CEED-6C39-942A-8CF49111A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Dashboard completed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Insights generated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Documentation prepared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699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656B81-A3C9-19AD-9EE6-952A98E9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EE36B-BA79-E956-2FC3-23378DBFE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2037144"/>
            <a:ext cx="5095813" cy="2924324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evaluation system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top talent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training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hiring decisions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82054B7A-85A7-FB1D-D328-76E0E782DEEF}"/>
              </a:ext>
            </a:extLst>
          </p:cNvPr>
          <p:cNvSpPr/>
          <p:nvPr/>
        </p:nvSpPr>
        <p:spPr>
          <a:xfrm>
            <a:off x="6610758" y="2465357"/>
            <a:ext cx="340144" cy="3028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F8171CF3-31C6-BB5B-5731-D5389C395C10}"/>
              </a:ext>
            </a:extLst>
          </p:cNvPr>
          <p:cNvSpPr/>
          <p:nvPr/>
        </p:nvSpPr>
        <p:spPr>
          <a:xfrm>
            <a:off x="6622779" y="2894024"/>
            <a:ext cx="340144" cy="3028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520B2775-A667-CED0-25F7-FAC5167298F4}"/>
              </a:ext>
            </a:extLst>
          </p:cNvPr>
          <p:cNvSpPr/>
          <p:nvPr/>
        </p:nvSpPr>
        <p:spPr>
          <a:xfrm>
            <a:off x="6631615" y="3364811"/>
            <a:ext cx="340144" cy="3028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FD1C92C3-7ABB-6612-5A3B-569930F4B8BF}"/>
              </a:ext>
            </a:extLst>
          </p:cNvPr>
          <p:cNvSpPr/>
          <p:nvPr/>
        </p:nvSpPr>
        <p:spPr>
          <a:xfrm>
            <a:off x="6640237" y="3802078"/>
            <a:ext cx="340144" cy="3028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492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62EEDA-9B8B-FA35-1321-96DFC03CB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180" y="741796"/>
            <a:ext cx="10743820" cy="2677648"/>
          </a:xfrm>
        </p:spPr>
        <p:txBody>
          <a:bodyPr/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5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Statement</a:t>
            </a:r>
            <a:br>
              <a:rPr lang="en-IN" sz="45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5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5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C871C87-252A-86CE-6A20-30F731A87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280213"/>
            <a:ext cx="8825658" cy="3393311"/>
          </a:xfrm>
        </p:spPr>
        <p:txBody>
          <a:bodyPr>
            <a:normAutofit fontScale="55000" lnSpcReduction="20000"/>
          </a:bodyPr>
          <a:lstStyle/>
          <a:p>
            <a:r>
              <a:rPr lang="en-US" sz="2600" b="1" dirty="0"/>
              <a:t> </a:t>
            </a:r>
            <a:r>
              <a:rPr lang="en-US" sz="2600" b="1" dirty="0">
                <a:solidFill>
                  <a:schemeClr val="accent6"/>
                </a:solidFill>
              </a:rPr>
              <a:t>THIS SYSTEM EVALUATION </a:t>
            </a:r>
          </a:p>
          <a:p>
            <a:r>
              <a:rPr lang="en-US" dirty="0"/>
              <a:t>❌ </a:t>
            </a:r>
            <a:r>
              <a:rPr lang="en-US" dirty="0">
                <a:solidFill>
                  <a:schemeClr val="bg1"/>
                </a:solidFill>
              </a:rPr>
              <a:t>Traditional → Subjective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✅ This system → Data-driven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sz="2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transforms :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HIRES </a:t>
            </a: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EMPLOYTESS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FROM   </a:t>
            </a: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BASED ON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Raw intern data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DATA–DRIVEN   Structured performance intelligence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  STATEMENT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 A 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use this 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hire 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full-time employees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data-driven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evaluation.</a:t>
            </a:r>
            <a:endParaRPr lang="en-IN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3347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134</TotalTime>
  <Words>586</Words>
  <Application>Microsoft Office PowerPoint</Application>
  <PresentationFormat>Widescreen</PresentationFormat>
  <Paragraphs>171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Algerian</vt:lpstr>
      <vt:lpstr>Aptos</vt:lpstr>
      <vt:lpstr>Aptos Display</vt:lpstr>
      <vt:lpstr>Arial</vt:lpstr>
      <vt:lpstr>Century Gothic</vt:lpstr>
      <vt:lpstr>Symbol</vt:lpstr>
      <vt:lpstr>Times New Roman</vt:lpstr>
      <vt:lpstr>Wingdings 3</vt:lpstr>
      <vt:lpstr>Ion Boardroom</vt:lpstr>
      <vt:lpstr>INTERN Performance Intelligence System </vt:lpstr>
      <vt:lpstr>                       Problem Statement </vt:lpstr>
      <vt:lpstr>                     Solution Overview</vt:lpstr>
      <vt:lpstr>                Project Flow (Simple View)</vt:lpstr>
      <vt:lpstr>TECH STACK </vt:lpstr>
      <vt:lpstr>            Sprint 1 (Data Preparation)     </vt:lpstr>
      <vt:lpstr>        Sprint 1 (Feature Engineering) </vt:lpstr>
      <vt:lpstr>                  Sprint 2 (EDA) </vt:lpstr>
      <vt:lpstr>                Key Insights (EDA)</vt:lpstr>
      <vt:lpstr>PowerPoint Presentation</vt:lpstr>
      <vt:lpstr>                  Sprint 3 (KPI Design)</vt:lpstr>
      <vt:lpstr>                          KPI Model  (PS INDEX) </vt:lpstr>
      <vt:lpstr>        Top Performers(Ultimate insight) </vt:lpstr>
      <vt:lpstr>                Dashboard (Sprint 3)  </vt:lpstr>
      <vt:lpstr>    Why Filters  ? </vt:lpstr>
      <vt:lpstr>                        INSIGHTS</vt:lpstr>
      <vt:lpstr>            Sprint 4 (Final Delivery) </vt:lpstr>
      <vt:lpstr>Business Value </vt:lpstr>
      <vt:lpstr> Conclusion AND Final Statement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Tamilarasam Selvam</dc:creator>
  <cp:lastModifiedBy>Tamilarasam Selvam</cp:lastModifiedBy>
  <cp:revision>3</cp:revision>
  <dcterms:created xsi:type="dcterms:W3CDTF">2026-03-31T12:59:28Z</dcterms:created>
  <dcterms:modified xsi:type="dcterms:W3CDTF">2026-04-06T05:12:49Z</dcterms:modified>
</cp:coreProperties>
</file>